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84c27b51-e42f-31ba-37f5-28f2be962589}">
          <p14:sldIdLst>
            <p14:sldId id="256"/>
          </p14:sldIdLst>
        </p14:section>
        <p14:section name="Дағдарыстар тарихы" id="{a6b1a34a-e460-c142-deae-e2c3bb206f65}">
          <p14:sldIdLst>
            <p14:sldId id="257"/>
            <p14:sldId id="258"/>
          </p14:sldIdLst>
        </p14:section>
        <p14:section name="Қорытынды және викторина" id="{027508ab-a020-b7b8-055d-fdd505e2daf6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Приветствие. Назвать тему: экономические кризисы XIX–XX веков.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Впервые кризис произошёл в 1825 году в Англии. Затем в 1836 году — в Англии и США, в 1841 году — в США, в 1847 году — в США, Англии, Франции и Германии. После этого кризисы случились в 1873, 1882 и 1890 годах.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Кризис 1900–1902 годов сильнее всего потряс экономику. Он начался одновременно в России и США и сначала поразил металлургическую промышленность. Затем перешёл на Англию, а после — на континентальную Европу. Затем пострадали швейная промышленность, а следом строительство, химическая, транспортная и электротехническая отрасли.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Кризисы XIX и XX веков повторялись и охватывали всё больше стран. Цены постепенно падали, что создало широкие возможности для сбыта продукции. Это подтолкнуло к поиску основных путей выхода из кризисов в будущем.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Прочитайте вопрос и подождите ответа. Затем нажмите — откроется правильный ответ. 1) В Англии, затем в Англии и США. 2) Металлургическую промышленность. 3) В США, Англии, Франции и Германии. 4) Цены постепенно падали.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54864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24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1825–1902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КЛАСС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Экономические кризисы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Потрясения XIX–XX веков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005840" cy="457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440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Выполнил(а): 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1825 — 1890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Хронология кризисов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19279" y="1874520"/>
            <a:ext cx="9350393" cy="0"/>
          </a:xfrm>
          <a:prstGeom prst="line">
            <a:avLst/>
          </a:prstGeom>
          <a:noFill/>
          <a:ln w="25400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407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8806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9919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079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427079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17205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318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5478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985478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75604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6717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43877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1847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543877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34003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5115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02275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102275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кризис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92402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3514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60674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1882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660674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кризис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650801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1913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9073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10219073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кризис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4800600"/>
            <a:ext cx="10725912" cy="1005840"/>
          </a:xfrm>
          <a:prstGeom prst="roundRect">
            <a:avLst>
              <a:gd name="adj" fmla="val 1363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1900–1902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4846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сильный удар по экономике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текст учебника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ТЯЖЁЛЫЙ КРИЗИС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Кризис 1900–1902 годов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начался?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России и США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одновременно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18304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отрасль первой?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Металлургическая промышленность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718304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пострадала в первую очередь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65008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03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5048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распространился?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85048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США → Англия → Европа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85048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американский рынок металла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пострадали отрасли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3152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Швейная промышленность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200400" y="5029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840480" y="502920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Строительство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53212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94944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366760" y="5029200"/>
            <a:ext cx="132588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Энергетика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текст учебника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показали кризисы?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Кризисы повторялись и охватывали всё больше стран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64024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764024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постепенно падали, что открыло широкие возможности для сбыта продукции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подтолкнули к поиску основных путей выхода из кризисов в будущем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ВИКТОРИНА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— ответ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впервые произошёл кризис?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1691640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нажмите</a:t>
            </a:r>
            <a:endParaRPr lang="en-US" sz="1400" dirty="0"/>
          </a:p>
        </p:txBody>
      </p:sp>
      <p:sp>
        <p:nvSpPr>
          <p:cNvPr id="6" name="answer1"/>
          <p:cNvSpPr/>
          <p:nvPr/>
        </p:nvSpPr>
        <p:spPr>
          <a:xfrm>
            <a:off x="7498080" y="1691640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Англии (1825), затем в Англии и США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отрасль поразил кризис, начавшийся одновременно в России и США?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2761488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нажмите</a:t>
            </a:r>
            <a:endParaRPr lang="en-US" sz="1400" dirty="0"/>
          </a:p>
        </p:txBody>
      </p:sp>
      <p:sp>
        <p:nvSpPr>
          <p:cNvPr id="9" name="answer2"/>
          <p:cNvSpPr/>
          <p:nvPr/>
        </p:nvSpPr>
        <p:spPr>
          <a:xfrm>
            <a:off x="7498080" y="2761488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Металлургическую промышленность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31336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каких странах произошёл кризис 1847 года?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3831336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нажмите</a:t>
            </a:r>
            <a:endParaRPr lang="en-US" sz="1400" dirty="0"/>
          </a:p>
        </p:txBody>
      </p:sp>
      <p:sp>
        <p:nvSpPr>
          <p:cNvPr id="12" name="answer3"/>
          <p:cNvSpPr/>
          <p:nvPr/>
        </p:nvSpPr>
        <p:spPr>
          <a:xfrm>
            <a:off x="7498080" y="3831336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США, Англии, Франции и Германии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901184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изменились цены, когда кризис углубился?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4901184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нажмите</a:t>
            </a:r>
            <a:endParaRPr lang="en-US" sz="1400" dirty="0"/>
          </a:p>
        </p:txBody>
      </p:sp>
      <p:sp>
        <p:nvSpPr>
          <p:cNvPr id="15" name="answer4"/>
          <p:cNvSpPr/>
          <p:nvPr/>
        </p:nvSpPr>
        <p:spPr>
          <a:xfrm>
            <a:off x="7498080" y="4901184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Постепенно падали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нажатие открывает следующий ответ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theme/theme1.xml><?xml version="1.0" encoding="utf-8"?>
<a:theme xmlns:a="http://schemas.openxmlformats.org/drawingml/2006/main" name="Dagdarys">
  <a:themeElements>
    <a:clrScheme name="Dagdarys">
      <a:dk1>
        <a:srgbClr val="1B2A41"/>
      </a:dk1>
      <a:lt1>
        <a:srgbClr val="FFFFFF"/>
      </a:lt1>
      <a:dk2>
        <a:srgbClr val="24365A"/>
      </a:dk2>
      <a:lt2>
        <a:srgbClr val="F4EFE7"/>
      </a:lt2>
      <a:accent1>
        <a:srgbClr val="A8432F"/>
      </a:accent1>
      <a:accent2>
        <a:srgbClr val="D9A441"/>
      </a:accent2>
      <a:accent3>
        <a:srgbClr val="2A7F7A"/>
      </a:accent3>
      <a:accent4>
        <a:srgbClr val="4A5260"/>
      </a:accent4>
      <a:accent5>
        <a:srgbClr val="C9BFA8"/>
      </a:accent5>
      <a:accent6>
        <a:srgbClr val="8E3726"/>
      </a:accent6>
      <a:hlink>
        <a:srgbClr val="A8432F"/>
      </a:hlink>
      <a:folHlink>
        <a:srgbClr val="8E3726"/>
      </a:folHlink>
    </a:clrScheme>
    <a:fontScheme name="Dagdary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Экономикалық дағдарыстар</dc:title>
  <dc:subject>PptxGenJS Presentation</dc:subject>
  <dc:creator>PptxGenJS</dc:creator>
  <cp:lastModifiedBy>PptxGenJS</cp:lastModifiedBy>
  <cp:revision>1</cp:revision>
  <dcterms:created xsi:type="dcterms:W3CDTF">2026-10-08T12:53:53Z</dcterms:created>
  <dcterms:modified xsi:type="dcterms:W3CDTF">2026-10-08T12:53:53Z</dcterms:modified>
</cp:coreProperties>
</file>